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4E568-FF96-8C11-9124-EE30855484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786EE7-5E52-9493-2473-B774574837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C02DF2-B871-654F-04EB-534173F859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44EC3-E51B-44E7-8967-957949FBA527}" type="datetimeFigureOut">
              <a:rPr lang="tr-TR" smtClean="0"/>
              <a:t>7.01.2026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3AD90C-6C23-5074-28A4-E0B7FFA93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0BBD9C-0BBC-CDBF-7F32-1E933CCF9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96DD8-C3DC-49AB-BC11-3520A988CA0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657730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07026-490E-AC38-D970-71B78DA9D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2C2A76-B491-FAC6-39B1-2168AFCE8D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0A942A-89D5-6B00-171C-109A85013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44EC3-E51B-44E7-8967-957949FBA527}" type="datetimeFigureOut">
              <a:rPr lang="tr-TR" smtClean="0"/>
              <a:t>7.01.2026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0581F2-697C-B373-B443-63965D959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BDA876-839E-39B0-EC8E-4EFE1CBB9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96DD8-C3DC-49AB-BC11-3520A988CA0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919298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7A51C-01F2-128E-944A-A93676BED3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E39875-3ACC-38FD-9166-94BA3F5AE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29E53B-2F8D-F5BE-BDF1-5A51CD9CF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44EC3-E51B-44E7-8967-957949FBA527}" type="datetimeFigureOut">
              <a:rPr lang="tr-TR" smtClean="0"/>
              <a:t>7.01.2026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0254C1-8027-1DE5-B9E7-2AA98A04A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50CF62-FFD1-433B-61B7-0001B5221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96DD8-C3DC-49AB-BC11-3520A988CA0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221538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28C0F-F127-64C5-29FB-88727B1417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6F8E64-014D-92D8-02C5-612C82400F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BE5395-739A-FDD0-1A09-514FA7EE5D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7351C6-732F-D750-A1B9-0AAB78C720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44EC3-E51B-44E7-8967-957949FBA527}" type="datetimeFigureOut">
              <a:rPr lang="tr-TR" smtClean="0"/>
              <a:t>7.01.2026</a:t>
            </a:fld>
            <a:endParaRPr lang="tr-T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017A23-D00F-A933-C222-56DAD72103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A98F90-5D25-4612-364A-9FC7CDC94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96DD8-C3DC-49AB-BC11-3520A988CA0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921356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F4C5F-BE24-661C-88A7-60316B02A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85C000-7726-A754-FA54-EAB842FA02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8892C6-9CE3-D81F-C155-18E82F2C75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402176-F920-D7BD-FC64-B3313E508F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EA5B9F9-5DFD-F0DF-7CE9-60FDBD7F8B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243063-5B50-2770-9F72-EA8353A4E1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44EC3-E51B-44E7-8967-957949FBA527}" type="datetimeFigureOut">
              <a:rPr lang="tr-TR" smtClean="0"/>
              <a:t>7.01.2026</a:t>
            </a:fld>
            <a:endParaRPr lang="tr-T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F4F8BE8-135D-35AD-9B87-66314B743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E398189-DA38-E6BA-8638-8C59C5EE8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96DD8-C3DC-49AB-BC11-3520A988CA0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01918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A093F-1153-4DD1-AD18-DB43D9571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766AFC-BE92-6A2F-B855-8AFC08009A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44EC3-E51B-44E7-8967-957949FBA527}" type="datetimeFigureOut">
              <a:rPr lang="tr-TR" smtClean="0"/>
              <a:t>7.01.2026</a:t>
            </a:fld>
            <a:endParaRPr lang="tr-T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918C39-124F-DD26-BFEA-DA1608EBDC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CFE079-D293-8B51-916E-52E23FB8D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96DD8-C3DC-49AB-BC11-3520A988CA0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494208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2AB23AA-30A4-AAE1-1F04-0842F45D94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44EC3-E51B-44E7-8967-957949FBA527}" type="datetimeFigureOut">
              <a:rPr lang="tr-TR" smtClean="0"/>
              <a:t>7.01.2026</a:t>
            </a:fld>
            <a:endParaRPr lang="tr-T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902590-7EDF-D554-10D4-1B510D01C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4FAF2B-A99A-3659-5308-689BD0E1A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96DD8-C3DC-49AB-BC11-3520A988CA0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9168759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4C5B5-5A5F-F17D-B5BA-6C0265C80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85CC10-0860-E210-145B-C5F58F015C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153864-AFE5-73A0-554F-0534369E5A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E60DD8-5F4A-7118-7EC6-5F0080F87D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44EC3-E51B-44E7-8967-957949FBA527}" type="datetimeFigureOut">
              <a:rPr lang="tr-TR" smtClean="0"/>
              <a:t>7.01.2026</a:t>
            </a:fld>
            <a:endParaRPr lang="tr-T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9123C5-EF89-39FF-E3CA-9501A6438A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AD32A1-EE54-ED14-C605-0CD266BC0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96DD8-C3DC-49AB-BC11-3520A988CA0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368216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11924-5B55-43DC-6620-1FC0A690B9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86395B-5E22-B144-3C59-C7DC45113A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6A7E9F-B70A-D00F-053D-F681806146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B1873F-8E35-A019-CC59-302C3CD02A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44EC3-E51B-44E7-8967-957949FBA527}" type="datetimeFigureOut">
              <a:rPr lang="tr-TR" smtClean="0"/>
              <a:t>7.01.2026</a:t>
            </a:fld>
            <a:endParaRPr lang="tr-T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9C5098-4ACD-6958-D202-23FCE7D5D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02403A-E284-8EEF-81EF-861778134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96DD8-C3DC-49AB-BC11-3520A988CA0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401182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B5546-3A00-4973-F2C3-DF6967979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256269-522C-657B-4B18-D98DA5E5DC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1293BA-73F1-C9C6-025A-3BBB8ABF3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44EC3-E51B-44E7-8967-957949FBA527}" type="datetimeFigureOut">
              <a:rPr lang="tr-TR" smtClean="0"/>
              <a:t>7.01.2026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15A5DB-9A90-4E4D-A39C-68668D586F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B9F5E3-E50E-AE29-512B-D44A864DC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96DD8-C3DC-49AB-BC11-3520A988CA0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853387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320BD1D-70CF-11D7-0E4B-D51F764A4D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4FCA38-3515-56EF-6D96-C3A562B7EC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B3802A-95FF-C71E-AC3D-B72EDEF9BE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44EC3-E51B-44E7-8967-957949FBA527}" type="datetimeFigureOut">
              <a:rPr lang="tr-TR" smtClean="0"/>
              <a:t>7.01.2026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5095FB-D2F9-483E-7E4B-ECA26A95F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E371ED-237D-5A11-BDBF-8C8E16878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96DD8-C3DC-49AB-BC11-3520A988CA0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8011476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B5BC80E-FFA5-9AFA-AC68-60959DCA7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B50D50-A263-3113-AEDA-7C53FF092D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7EA88C-7276-A7A3-D742-F7AA8E8A6D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144EC3-E51B-44E7-8967-957949FBA527}" type="datetimeFigureOut">
              <a:rPr lang="tr-TR" smtClean="0"/>
              <a:t>7.01.2026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C0C3D4-BD0A-941E-FEB6-E81E5CE1CE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FA793E-95E0-7B3F-46A4-F936BBE902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796DD8-C3DC-49AB-BC11-3520A988CA0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995645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A4E37431-20F0-4DD6-84A9-ED2B644943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AE98B72-66C6-4AB4-AF0D-BA830DE863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07EAFC6-733F-403D-BB4D-05A3A2874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7A36730-4CB0-4F61-AD11-A44C976583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69C79E1-F916-4929-A4F3-DE763D4BFA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767334AB-16BD-4EC7-8C6B-4B51716009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6E9A24-BB9C-02F2-07E5-D08F4EE71B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8323" y="891652"/>
            <a:ext cx="5469613" cy="3030724"/>
          </a:xfrm>
        </p:spPr>
        <p:txBody>
          <a:bodyPr anchor="b">
            <a:normAutofit/>
          </a:bodyPr>
          <a:lstStyle/>
          <a:p>
            <a:pPr algn="l"/>
            <a:r>
              <a:rPr lang="tr-TR" sz="40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Real-Time Crypto Market Data Pipeline</a:t>
            </a:r>
            <a:endParaRPr lang="tr-TR" sz="400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9A8A0EB-B2AC-DFD3-97DA-E82E9001AF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6123" y="897254"/>
            <a:ext cx="4428061" cy="4940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04717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0ABB28-4DCC-6A4D-3546-235AC1805D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817" y="679870"/>
            <a:ext cx="11277600" cy="5497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95111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5</Words>
  <Application>Microsoft Office PowerPoint</Application>
  <PresentationFormat>Widescreen</PresentationFormat>
  <Paragraphs>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Real-Time Crypto Market Data Pipeline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a7989</dc:creator>
  <cp:lastModifiedBy>a7989</cp:lastModifiedBy>
  <cp:revision>1</cp:revision>
  <dcterms:created xsi:type="dcterms:W3CDTF">2026-01-07T20:04:01Z</dcterms:created>
  <dcterms:modified xsi:type="dcterms:W3CDTF">2026-01-07T20:13:23Z</dcterms:modified>
</cp:coreProperties>
</file>